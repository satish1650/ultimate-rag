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Unstructured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 Parsing for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file formats supported</a:t>
            </a:r>
          </a:p>
          <a:p>
            <a:pPr/>
            <a:r>
              <a:t>OCR for scanned documents</a:t>
            </a:r>
          </a:p>
          <a:p>
            <a:pPr/>
            <a:r>
              <a:t>Table extraction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